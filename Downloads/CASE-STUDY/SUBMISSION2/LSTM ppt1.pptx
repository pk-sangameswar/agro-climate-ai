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2" r:id="rId5"/>
    <p:sldId id="258" r:id="rId6"/>
    <p:sldId id="259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135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7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9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7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7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0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3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0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74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47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0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B2BA30F-C868-4EA6-A5CB-DA35A92BC0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7A798C5-09AC-4094-B290-E1367743691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5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transportationops.org/uber-movement" TargetMode="External"/><Relationship Id="rId2" Type="http://schemas.openxmlformats.org/officeDocument/2006/relationships/hyperlink" Target="https://www.nyc.gov/site/tlc/about/tlc-trip-record-data.pag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08B2-5264-40A4-657F-5D48A5CCB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457200"/>
            <a:ext cx="10058400" cy="3801609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 TO REDUCE COSTS, CARBON FOOTPRINT, AND DELIVERY TIMES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1F16D-3851-44A1-FD69-1F971E611F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- 1</a:t>
            </a:r>
          </a:p>
        </p:txBody>
      </p:sp>
    </p:spTree>
    <p:extLst>
      <p:ext uri="{BB962C8B-B14F-4D97-AF65-F5344CB8AC3E}">
        <p14:creationId xmlns:p14="http://schemas.microsoft.com/office/powerpoint/2010/main" val="3426167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454A-AED1-3162-61A7-DEE2D174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02933"/>
            <a:ext cx="10058400" cy="1117654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DATASET? (USE CASE: ROUTE OPTIMIZATION)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0291B-EBF2-F9DB-F12F-3358D5A92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351703"/>
            <a:ext cx="10058400" cy="4154594"/>
          </a:xfrm>
        </p:spPr>
        <p:txBody>
          <a:bodyPr>
            <a:no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NYC TLC Trip Record Data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TLC Trip Record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millions of real-world taxi and for-hire vehicle trip records collected across New York City. These records include detailed information about each trip, making the dataset highly suitable for analyzing travel behavior and predicting route efficiency.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Dataset Captures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&amp; drop-off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locations (Taxi Zone IDs)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duration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tolls, surcharges, congestion fees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&amp; drop-off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dates and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For-Hire Vehicle (FHV) and high volume trip records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57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FF082-6475-C497-4C69-66D31CED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400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3717-6C77-E4C6-A1D9-BC15463EB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6163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or incomplete values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(pickup/drop-off times, zone IDs, trip distances)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or inaccurate entries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(invalid coordinates, unrealistic durations, incorrect fares)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outliers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(zero-distance trips, extremely long trips, negative fares)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variability in traffic patterns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(rush hours, weekends, seasonal changes not directly labeled)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large dataset size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(requires heavy preprocessing and computational resources)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actual route path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(only start and end points; intermediate GPS points missing)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formats across trip types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(Yellow, Green, FHV, HVFHV datasets differ in structure)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2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ABA6-CABE-DF10-0175-4CBDCBBE4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- TLC Trip Data + Uber Movement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A5E04-E5F6-AB5A-A3BA-C56192448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Missing Route Paths → Solved with Uber Movement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Noisy/Inaccurate Trip Durations → Balanced by Larger Traffic Context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High Variability in Traffic Patterns → Solved with Time-Dependent Speed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Outliers in TLC Trip Records → Smoothed by Segment-Level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Large Dataset Volume → Better Feature Diversity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Carbon &amp; Cost Optimization Needs → More Accurate Travel Time Forecasting</a:t>
            </a:r>
          </a:p>
        </p:txBody>
      </p:sp>
    </p:spTree>
    <p:extLst>
      <p:ext uri="{BB962C8B-B14F-4D97-AF65-F5344CB8AC3E}">
        <p14:creationId xmlns:p14="http://schemas.microsoft.com/office/powerpoint/2010/main" val="282546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CC5F-BE80-BE46-A796-CE7AB3FB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39957"/>
            <a:ext cx="10058400" cy="70230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A64BF-CEA0-AC12-CA11-98A3DAB17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909" y="1943531"/>
            <a:ext cx="10058400" cy="40233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Complexity: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N_train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T × H²)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 = number of sequences, T = sequence length, H = hidden size)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Training uses Backpropagation Through Time, which computes gradients across every time step.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Complexity: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N_val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T × H²)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(Forward pass only – no gradient computation)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LSTM still processes each time step sequentially during evaluation.</a:t>
            </a:r>
          </a:p>
        </p:txBody>
      </p:sp>
    </p:spTree>
    <p:extLst>
      <p:ext uri="{BB962C8B-B14F-4D97-AF65-F5344CB8AC3E}">
        <p14:creationId xmlns:p14="http://schemas.microsoft.com/office/powerpoint/2010/main" val="358766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887A8-6122-5CDF-E959-7AD2FDD8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43706"/>
            <a:ext cx="10058400" cy="40233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Complexity: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N_test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T × H²)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(Forward prediction for each sequence)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Complexity: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O(Batch × T × H)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storing hidden &amp;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states+O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(H²)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model parameters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Inference: 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O(H²)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(states for one step)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755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F474-CA13-4C22-20C7-97B4F3F0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RESEARCH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3750-4E90-1147-FD75-7BD03A27E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is a Predictive, Data-Driven, Time-Series Modeling Study. It includes: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Research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Solves a real-world logistics problem (route optimization).Uses real or simulated operational data (GPS, traffic, speed, delays).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Research Uses measurable numerical data such as timestamps, latitude/longitude, speed, congestion levels, fuel usage.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/ Forecasting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Research Focuses on predicting future travel times, congestion, or fuel consumption. Uses LSTM to model temporal dependencies.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Research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Multiple model experiments (train/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/test) are used to compare accuracy. Hyperparameters, sequence lengths, and features are tested systematically.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Study Dataset contains sequential observations over time. LSTM is specifically chosen for its ability to handle long-term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86629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EACC-B819-2ACB-1E0B-3EA1D76B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2526F-F73E-2C13-7D4E-AD0ED5DA4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TLC Trip Record Data (NYC) - </a:t>
            </a:r>
            <a:r>
              <a:rPr lang="en-US" dirty="0">
                <a:hlinkClick r:id="rId2"/>
              </a:rPr>
              <a:t>https://www.nyc.gov/site/tlc/about/tlc-trip-record-data.page</a:t>
            </a:r>
            <a:r>
              <a:rPr lang="en-US" dirty="0"/>
              <a:t>​</a:t>
            </a:r>
          </a:p>
          <a:p>
            <a:r>
              <a:rPr lang="en-US" dirty="0"/>
              <a:t>Uber Movement Data - </a:t>
            </a:r>
            <a:r>
              <a:rPr lang="en-US" dirty="0">
                <a:hlinkClick r:id="rId3"/>
              </a:rPr>
              <a:t>https://data.transportationops.org/uber-movement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185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CB2E-974F-F6C7-7D01-3ED1E5FD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PAST SIH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7FD75-3702-C27E-A57A-8BFBC4543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Transport Network Telematics (SIH 2024)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Highway logistics &amp; smart logistics system (SIH 2024 – Highway Logistics PDF)</a:t>
            </a:r>
          </a:p>
        </p:txBody>
      </p:sp>
    </p:spTree>
    <p:extLst>
      <p:ext uri="{BB962C8B-B14F-4D97-AF65-F5344CB8AC3E}">
        <p14:creationId xmlns:p14="http://schemas.microsoft.com/office/powerpoint/2010/main" val="8045380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</TotalTime>
  <Words>693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Retrospect</vt:lpstr>
      <vt:lpstr>ROUTE OPTIMIZATION TO REDUCE COSTS, CARBON FOOTPRINT, AND DELIVERY TIMES</vt:lpstr>
      <vt:lpstr>WHAT IS THE DATASET? (USE CASE: ROUTE OPTIMIZATION)</vt:lpstr>
      <vt:lpstr>CHALLENGES FACED </vt:lpstr>
      <vt:lpstr>SOLUTION - TLC Trip Data + Uber Movement Data</vt:lpstr>
      <vt:lpstr>ALGORITHMIC COMPLEXITY</vt:lpstr>
      <vt:lpstr>PowerPoint Presentation</vt:lpstr>
      <vt:lpstr>TYPE OF RESEARCH STUDY</vt:lpstr>
      <vt:lpstr>DATASETS </vt:lpstr>
      <vt:lpstr>SIMILAR PAST SIH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K SANGAMESWAR</dc:creator>
  <cp:lastModifiedBy>P K SANGAMESWAR</cp:lastModifiedBy>
  <cp:revision>4</cp:revision>
  <dcterms:created xsi:type="dcterms:W3CDTF">2025-12-11T15:19:18Z</dcterms:created>
  <dcterms:modified xsi:type="dcterms:W3CDTF">2025-12-12T01:32:20Z</dcterms:modified>
</cp:coreProperties>
</file>